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7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White Background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29FD0BF-85FE-AA45-EAA0-B73AF9D5B0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00" y="304800"/>
            <a:ext cx="10604500" cy="38100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85000"/>
              </a:lnSpc>
              <a:defRPr sz="3600" b="1" i="0">
                <a:solidFill>
                  <a:srgbClr val="000000"/>
                </a:solidFill>
                <a:latin typeface="TD Sans Headline" pitchFamily="50" charset="0"/>
              </a:defRPr>
            </a:lvl1pPr>
          </a:lstStyle>
          <a:p>
            <a:r>
              <a:rPr lang="en-US"/>
              <a:t>Insert slide title here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02707CC-2794-CB36-3D3A-B9CC575F27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371600"/>
            <a:ext cx="11582400" cy="4800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Wingdings" panose="05000000000000000000" pitchFamily="2" charset="2"/>
              <a:buChar char="§"/>
              <a:defRPr sz="1800" b="0" i="0" spc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274975E6-7C45-873A-2644-8581ECC06447}"/>
              </a:ext>
            </a:extLst>
          </p:cNvPr>
          <p:cNvSpPr/>
          <p:nvPr userDrawn="1"/>
        </p:nvSpPr>
        <p:spPr>
          <a:xfrm>
            <a:off x="11490325" y="6394965"/>
            <a:ext cx="395288" cy="18466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algn="r" defTabSz="914400" rtl="0" eaLnBrk="1" latinLnBrk="0" hangingPunct="1">
              <a:lnSpc>
                <a:spcPct val="100000"/>
              </a:lnSpc>
            </a:pPr>
            <a:fld id="{813E1539-BDFC-1842-B3FB-E5DB7506B1D6}" type="slidenum">
              <a:rPr lang="en-US" sz="1400" b="0" i="0" kern="1200" smtClean="0">
                <a:solidFill>
                  <a:schemeClr val="tx1"/>
                </a:solidFill>
                <a:latin typeface="TD Sans Body" pitchFamily="2" charset="0"/>
                <a:ea typeface="TD Graphik Semilight" pitchFamily="34" charset="-122"/>
                <a:cs typeface="TD Graphik Semilight" pitchFamily="34" charset="-120"/>
              </a:rPr>
              <a:pPr marL="0" algn="r" defTabSz="914400" rtl="0" eaLnBrk="1" latinLnBrk="0" hangingPunct="1">
                <a:lnSpc>
                  <a:spcPct val="100000"/>
                </a:lnSpc>
              </a:pPr>
              <a:t>‹#›</a:t>
            </a:fld>
            <a:endParaRPr lang="en-US" sz="1400" b="0" i="0" kern="1200">
              <a:solidFill>
                <a:schemeClr val="tx1"/>
              </a:solidFill>
              <a:latin typeface="TD Sans Body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ED53EB5-7B2E-D6A6-0AF2-7B901BDE62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5943" y="302260"/>
            <a:ext cx="611257" cy="548640"/>
          </a:xfrm>
          <a:prstGeom prst="rect">
            <a:avLst/>
          </a:prstGeom>
        </p:spPr>
      </p:pic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285F615-9DBC-42EC-DB18-A050FEA0E5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850900"/>
            <a:ext cx="10668000" cy="292100"/>
          </a:xfrm>
        </p:spPr>
        <p:txBody>
          <a:bodyPr lIns="0" tIns="0" rIns="0" bIns="0" anchor="b">
            <a:noAutofit/>
          </a:bodyPr>
          <a:lstStyle>
            <a:lvl1pPr>
              <a:buNone/>
              <a:defRPr sz="2400" b="0">
                <a:solidFill>
                  <a:schemeClr val="tx1"/>
                </a:solidFill>
                <a:latin typeface="TD Sans Headline" pitchFamily="2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022098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Greensand Background)">
    <p:bg>
      <p:bgPr>
        <a:solidFill>
          <a:srgbClr val="E4E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29FD0BF-85FE-AA45-EAA0-B73AF9D5B0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00" y="304800"/>
            <a:ext cx="10604500" cy="8382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85000"/>
              </a:lnSpc>
              <a:defRPr sz="3600" b="1" i="0">
                <a:solidFill>
                  <a:srgbClr val="000000"/>
                </a:solidFill>
                <a:latin typeface="TD Sans Headline" pitchFamily="50" charset="0"/>
              </a:defRPr>
            </a:lvl1pPr>
          </a:lstStyle>
          <a:p>
            <a:r>
              <a:rPr lang="en-US"/>
              <a:t>Insert slide title here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02707CC-2794-CB36-3D3A-B9CC575F27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371600"/>
            <a:ext cx="11582400" cy="4800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Wingdings" panose="05000000000000000000" pitchFamily="2" charset="2"/>
              <a:buChar char="§"/>
              <a:defRPr sz="1800" b="0" i="0" spc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A9963B63-4376-58A0-5ADD-85D1E813537C}"/>
              </a:ext>
            </a:extLst>
          </p:cNvPr>
          <p:cNvSpPr/>
          <p:nvPr userDrawn="1"/>
        </p:nvSpPr>
        <p:spPr>
          <a:xfrm>
            <a:off x="11490325" y="6394965"/>
            <a:ext cx="395288" cy="18466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algn="r" defTabSz="914400" rtl="0" eaLnBrk="1" latinLnBrk="0" hangingPunct="1">
              <a:lnSpc>
                <a:spcPct val="100000"/>
              </a:lnSpc>
            </a:pPr>
            <a:fld id="{813E1539-BDFC-1842-B3FB-E5DB7506B1D6}" type="slidenum">
              <a:rPr lang="en-US" sz="1400" b="0" i="0" kern="1200" smtClean="0">
                <a:solidFill>
                  <a:schemeClr val="tx1"/>
                </a:solidFill>
                <a:latin typeface="TD Sans Body" pitchFamily="2" charset="0"/>
                <a:ea typeface="TD Graphik Semilight" pitchFamily="34" charset="-122"/>
                <a:cs typeface="TD Graphik Semilight" pitchFamily="34" charset="-120"/>
              </a:rPr>
              <a:pPr marL="0" algn="r" defTabSz="914400" rtl="0" eaLnBrk="1" latinLnBrk="0" hangingPunct="1">
                <a:lnSpc>
                  <a:spcPct val="100000"/>
                </a:lnSpc>
              </a:pPr>
              <a:t>‹#›</a:t>
            </a:fld>
            <a:endParaRPr lang="en-US" sz="1400" b="0" i="0" kern="1200">
              <a:solidFill>
                <a:schemeClr val="tx1"/>
              </a:solidFill>
              <a:latin typeface="TD Sans Body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136A415-FBD8-872C-318A-D7D2DC7B82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5943" y="302260"/>
            <a:ext cx="611257" cy="548640"/>
          </a:xfrm>
          <a:prstGeom prst="rect">
            <a:avLst/>
          </a:prstGeom>
        </p:spPr>
      </p:pic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CB98DDF-4CB2-E112-6D34-5976B268D8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850900"/>
            <a:ext cx="10668000" cy="292100"/>
          </a:xfrm>
        </p:spPr>
        <p:txBody>
          <a:bodyPr lIns="0" tIns="0" rIns="0" bIns="0" anchor="b">
            <a:noAutofit/>
          </a:bodyPr>
          <a:lstStyle>
            <a:lvl1pPr>
              <a:buNone/>
              <a:defRPr sz="2400" b="0">
                <a:solidFill>
                  <a:schemeClr val="tx1"/>
                </a:solidFill>
                <a:latin typeface="TD Sans Headline" pitchFamily="2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17427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Greenstone Background)">
    <p:bg>
      <p:bgPr>
        <a:solidFill>
          <a:srgbClr val="3C4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29FD0BF-85FE-AA45-EAA0-B73AF9D5B0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00" y="304800"/>
            <a:ext cx="10591800" cy="5461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85000"/>
              </a:lnSpc>
              <a:defRPr lang="en-US" sz="3600" b="1" i="0" kern="1200" dirty="0">
                <a:solidFill>
                  <a:srgbClr val="FFFFFF"/>
                </a:solidFill>
                <a:latin typeface="TD Sans Headline" pitchFamily="50" charset="0"/>
                <a:ea typeface="+mj-ea"/>
                <a:cs typeface="+mj-cs"/>
              </a:defRPr>
            </a:lvl1pPr>
          </a:lstStyle>
          <a:p>
            <a:r>
              <a:rPr lang="en-US"/>
              <a:t>Insert slide title here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02707CC-2794-CB36-3D3A-B9CC575F27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371600"/>
            <a:ext cx="11582400" cy="4800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Wingdings" panose="05000000000000000000" pitchFamily="2" charset="2"/>
              <a:buChar char="§"/>
              <a:defRPr sz="1800" b="0" i="0" spc="0">
                <a:solidFill>
                  <a:srgbClr val="FFFFFF"/>
                </a:solidFill>
                <a:latin typeface="TD Sans Body" pitchFamily="2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FFFFFF"/>
                </a:solidFill>
                <a:latin typeface="TD Sans Body" pitchFamily="2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FFFFFF"/>
                </a:solidFill>
                <a:latin typeface="TD Sans Body" pitchFamily="2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FFFFFF"/>
                </a:solidFill>
                <a:latin typeface="TD Sans Body" pitchFamily="2" charset="0"/>
                <a:cs typeface="Arial" panose="020B060402020202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FFFFFF"/>
                </a:solidFill>
                <a:latin typeface="TD Sans Body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AB9CFCDB-3584-DE7E-0EAA-4131C16DDD7B}"/>
              </a:ext>
            </a:extLst>
          </p:cNvPr>
          <p:cNvSpPr/>
          <p:nvPr userDrawn="1"/>
        </p:nvSpPr>
        <p:spPr>
          <a:xfrm>
            <a:off x="11490325" y="6394965"/>
            <a:ext cx="395288" cy="18466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algn="r" defTabSz="914400" rtl="0" eaLnBrk="1" latinLnBrk="0" hangingPunct="1">
              <a:lnSpc>
                <a:spcPct val="100000"/>
              </a:lnSpc>
            </a:pPr>
            <a:fld id="{813E1539-BDFC-1842-B3FB-E5DB7506B1D6}" type="slidenum">
              <a:rPr lang="en-US" sz="1400" b="0" i="0" kern="1200" smtClean="0">
                <a:solidFill>
                  <a:srgbClr val="FFFFFF"/>
                </a:solidFill>
                <a:latin typeface="TD Sans Body" pitchFamily="2" charset="0"/>
                <a:ea typeface="TD Graphik Semilight" pitchFamily="34" charset="-122"/>
                <a:cs typeface="TD Graphik Semilight" pitchFamily="34" charset="-120"/>
              </a:rPr>
              <a:pPr marL="0" algn="r" defTabSz="914400" rtl="0" eaLnBrk="1" latinLnBrk="0" hangingPunct="1">
                <a:lnSpc>
                  <a:spcPct val="100000"/>
                </a:lnSpc>
              </a:pPr>
              <a:t>‹#›</a:t>
            </a:fld>
            <a:endParaRPr lang="en-US" sz="1400" b="0" i="0" kern="1200">
              <a:solidFill>
                <a:srgbClr val="FFFFFF"/>
              </a:solidFill>
              <a:latin typeface="TD Sans Body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2CC5A6-42F5-917F-4D67-0E13D20BF7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5943" y="302260"/>
            <a:ext cx="611257" cy="548640"/>
          </a:xfrm>
          <a:prstGeom prst="rect">
            <a:avLst/>
          </a:prstGeom>
        </p:spPr>
      </p:pic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5FED527-BAA4-FFEF-998E-18AC5AE476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850900"/>
            <a:ext cx="10668000" cy="292100"/>
          </a:xfrm>
        </p:spPr>
        <p:txBody>
          <a:bodyPr lIns="0" tIns="0" rIns="0" bIns="0" anchor="b">
            <a:noAutofit/>
          </a:bodyPr>
          <a:lstStyle>
            <a:lvl1pPr>
              <a:buNone/>
              <a:defRPr sz="2400" b="0">
                <a:solidFill>
                  <a:schemeClr val="bg1"/>
                </a:solidFill>
                <a:latin typeface="TD Sans Headline" pitchFamily="2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1625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Premium Green Background)">
    <p:bg>
      <p:bgPr>
        <a:solidFill>
          <a:srgbClr val="002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29FD0BF-85FE-AA45-EAA0-B73AF9D5B0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00" y="304800"/>
            <a:ext cx="10693400" cy="4624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85000"/>
              </a:lnSpc>
              <a:defRPr lang="en-US" sz="3600" b="1" i="0" kern="1200" dirty="0">
                <a:solidFill>
                  <a:srgbClr val="FFFFFF"/>
                </a:solidFill>
                <a:latin typeface="TD Sans Headline" pitchFamily="50" charset="0"/>
                <a:ea typeface="+mj-ea"/>
                <a:cs typeface="+mj-cs"/>
              </a:defRPr>
            </a:lvl1pPr>
          </a:lstStyle>
          <a:p>
            <a:r>
              <a:rPr lang="en-US"/>
              <a:t>Insert slide title here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02707CC-2794-CB36-3D3A-B9CC575F27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371600"/>
            <a:ext cx="11582400" cy="4800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Wingdings" panose="05000000000000000000" pitchFamily="2" charset="2"/>
              <a:buChar char="§"/>
              <a:defRPr sz="1800" b="0" i="0" spc="0">
                <a:solidFill>
                  <a:srgbClr val="FFFFFF"/>
                </a:solidFill>
                <a:latin typeface="TD Sans Body" pitchFamily="2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FFFFFF"/>
                </a:solidFill>
                <a:latin typeface="TD Sans Body" pitchFamily="2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FFFFFF"/>
                </a:solidFill>
                <a:latin typeface="TD Sans Body" pitchFamily="2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FFFFFF"/>
                </a:solidFill>
                <a:latin typeface="TD Sans Body" pitchFamily="2" charset="0"/>
                <a:cs typeface="Arial" panose="020B060402020202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FFFFFF"/>
                </a:solidFill>
                <a:latin typeface="TD Sans Body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F29B11A8-FBCE-293B-B4C6-221A392E0A9C}"/>
              </a:ext>
            </a:extLst>
          </p:cNvPr>
          <p:cNvSpPr/>
          <p:nvPr userDrawn="1"/>
        </p:nvSpPr>
        <p:spPr>
          <a:xfrm>
            <a:off x="11490325" y="6394965"/>
            <a:ext cx="395288" cy="18466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algn="r" defTabSz="914400" rtl="0" eaLnBrk="1" latinLnBrk="0" hangingPunct="1">
              <a:lnSpc>
                <a:spcPct val="100000"/>
              </a:lnSpc>
            </a:pPr>
            <a:fld id="{813E1539-BDFC-1842-B3FB-E5DB7506B1D6}" type="slidenum">
              <a:rPr lang="en-US" sz="1400" b="0" i="0" kern="1200" smtClean="0">
                <a:solidFill>
                  <a:srgbClr val="FFFFFF"/>
                </a:solidFill>
                <a:latin typeface="TD Sans Body" pitchFamily="2" charset="0"/>
                <a:ea typeface="TD Graphik Semilight" pitchFamily="34" charset="-122"/>
                <a:cs typeface="TD Graphik Semilight" pitchFamily="34" charset="-120"/>
              </a:rPr>
              <a:pPr marL="0" algn="r" defTabSz="914400" rtl="0" eaLnBrk="1" latinLnBrk="0" hangingPunct="1">
                <a:lnSpc>
                  <a:spcPct val="100000"/>
                </a:lnSpc>
              </a:pPr>
              <a:t>‹#›</a:t>
            </a:fld>
            <a:endParaRPr lang="en-US" sz="1400" b="0" i="0" kern="1200">
              <a:solidFill>
                <a:srgbClr val="FFFFFF"/>
              </a:solidFill>
              <a:latin typeface="TD Sans Body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DFFDA8A-AA9E-FE08-72AF-9D9E9C906D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5943" y="302260"/>
            <a:ext cx="611257" cy="548640"/>
          </a:xfrm>
          <a:prstGeom prst="rect">
            <a:avLst/>
          </a:prstGeom>
        </p:spPr>
      </p:pic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D743995-23C6-1C66-4E01-181F1B3B42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850900"/>
            <a:ext cx="10668000" cy="292100"/>
          </a:xfrm>
        </p:spPr>
        <p:txBody>
          <a:bodyPr lIns="0" tIns="0" rIns="0" bIns="0" anchor="b">
            <a:noAutofit/>
          </a:bodyPr>
          <a:lstStyle>
            <a:lvl1pPr>
              <a:buNone/>
              <a:defRPr sz="2400" b="0">
                <a:solidFill>
                  <a:schemeClr val="bg1"/>
                </a:solidFill>
                <a:latin typeface="TD Sans Headline" pitchFamily="2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080697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(White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29FD0BF-85FE-AA45-EAA0-B73AF9D5B0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00" y="304800"/>
            <a:ext cx="10668000" cy="38100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85000"/>
              </a:lnSpc>
              <a:defRPr sz="3600" b="1" i="0">
                <a:solidFill>
                  <a:srgbClr val="000000"/>
                </a:solidFill>
                <a:latin typeface="TD Sans Headline" pitchFamily="2" charset="0"/>
              </a:defRPr>
            </a:lvl1pPr>
          </a:lstStyle>
          <a:p>
            <a:r>
              <a:rPr lang="en-US"/>
              <a:t>Insert slide title here</a:t>
            </a:r>
            <a:br>
              <a:rPr lang="en-US"/>
            </a:br>
            <a:endParaRPr lang="en-US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02707CC-2794-CB36-3D3A-B9CC575F27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371600"/>
            <a:ext cx="11582400" cy="4800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Wingdings" panose="05000000000000000000" pitchFamily="2" charset="2"/>
              <a:buChar char="§"/>
              <a:defRPr sz="1800" b="0" i="0" spc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42BF19"/>
              </a:buClr>
              <a:buFont typeface="TD Graphik Semilight" panose="020B0503030202060203" pitchFamily="34" charset="0"/>
              <a:buChar char="–"/>
              <a:defRPr sz="1800" b="0" i="0">
                <a:solidFill>
                  <a:srgbClr val="000000"/>
                </a:solidFill>
                <a:latin typeface="TD Sans Body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A07A741A-DBE1-4C1F-F494-881F4B8D7F66}"/>
              </a:ext>
            </a:extLst>
          </p:cNvPr>
          <p:cNvSpPr/>
          <p:nvPr userDrawn="1"/>
        </p:nvSpPr>
        <p:spPr>
          <a:xfrm>
            <a:off x="11490325" y="6394965"/>
            <a:ext cx="395288" cy="18466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/>
          <a:lstStyle/>
          <a:p>
            <a:pPr marL="0" algn="r" defTabSz="914400" rtl="0" eaLnBrk="1" latinLnBrk="0" hangingPunct="1">
              <a:lnSpc>
                <a:spcPct val="100000"/>
              </a:lnSpc>
            </a:pPr>
            <a:fld id="{813E1539-BDFC-1842-B3FB-E5DB7506B1D6}" type="slidenum">
              <a:rPr lang="en-US" sz="1400" b="0" i="0" kern="1200" smtClean="0">
                <a:solidFill>
                  <a:schemeClr val="tx1"/>
                </a:solidFill>
                <a:latin typeface="TD Sans Body" pitchFamily="2" charset="0"/>
                <a:ea typeface="TD Graphik Semilight" pitchFamily="34" charset="-122"/>
                <a:cs typeface="TD Graphik Semilight" pitchFamily="34" charset="-120"/>
              </a:rPr>
              <a:pPr marL="0" algn="r" defTabSz="914400" rtl="0" eaLnBrk="1" latinLnBrk="0" hangingPunct="1">
                <a:lnSpc>
                  <a:spcPct val="100000"/>
                </a:lnSpc>
              </a:pPr>
              <a:t>‹#›</a:t>
            </a:fld>
            <a:endParaRPr lang="en-US" sz="1400" b="0" i="0" kern="1200">
              <a:solidFill>
                <a:schemeClr val="tx1"/>
              </a:solidFill>
              <a:latin typeface="TD Sans Body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2D5C4-0D88-9DA8-9FA6-9F2F1D5EFD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850900"/>
            <a:ext cx="10668000" cy="292100"/>
          </a:xfrm>
        </p:spPr>
        <p:txBody>
          <a:bodyPr lIns="0" tIns="0" rIns="0" bIns="0" anchor="b">
            <a:noAutofit/>
          </a:bodyPr>
          <a:lstStyle>
            <a:lvl1pPr>
              <a:buNone/>
              <a:defRPr sz="2400" b="0">
                <a:latin typeface="TD Sans Headline" pitchFamily="2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D9E20EBA-3BA0-3510-E1A1-2E92E12112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74356" y="303442"/>
            <a:ext cx="611257" cy="54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02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(White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8A47A34-6C3F-EC94-C140-E421A53BC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9900" y="349271"/>
            <a:ext cx="8877300" cy="895329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75000"/>
              </a:lnSpc>
              <a:buNone/>
              <a:defRPr sz="10000" b="1" i="0">
                <a:solidFill>
                  <a:srgbClr val="000000"/>
                </a:solidFill>
                <a:latin typeface="TD Sans Headline" pitchFamily="50" charset="0"/>
              </a:defRPr>
            </a:lvl1pPr>
            <a:lvl2pPr>
              <a:defRPr sz="5000" b="0" i="0">
                <a:solidFill>
                  <a:srgbClr val="816D3F"/>
                </a:solidFill>
                <a:latin typeface="TD Graphik Semilight" panose="020B0503030202060203" pitchFamily="34" charset="77"/>
              </a:defRPr>
            </a:lvl2pPr>
            <a:lvl3pPr>
              <a:defRPr sz="5000" b="0" i="0">
                <a:solidFill>
                  <a:srgbClr val="816D3F"/>
                </a:solidFill>
                <a:latin typeface="TD Graphik Semilight" panose="020B0503030202060203" pitchFamily="34" charset="77"/>
              </a:defRPr>
            </a:lvl3pPr>
            <a:lvl4pPr>
              <a:defRPr sz="5000" b="0" i="0">
                <a:solidFill>
                  <a:srgbClr val="816D3F"/>
                </a:solidFill>
                <a:latin typeface="TD Graphik Semilight" panose="020B0503030202060203" pitchFamily="34" charset="77"/>
              </a:defRPr>
            </a:lvl4pPr>
            <a:lvl5pPr>
              <a:defRPr sz="5000" b="0" i="0">
                <a:solidFill>
                  <a:srgbClr val="816D3F"/>
                </a:solidFill>
                <a:latin typeface="TD Graphik Semilight" panose="020B0503030202060203" pitchFamily="34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47F42D-7C46-5E5D-FBA6-B2CEB6B581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1625" y="303442"/>
            <a:ext cx="611257" cy="546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854630-BF35-9339-989A-5D9548B9E3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304800" y="6372860"/>
            <a:ext cx="150195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13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0D2B5D-A0E5-BF17-312F-4D94C947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1"/>
            <a:ext cx="11049000" cy="1385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Content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A78D0-07F6-4AAA-20C8-933F8FD11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825625"/>
            <a:ext cx="110871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99725-5B5D-CB6F-5A4D-374C18A70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48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>
                    <a:tint val="75000"/>
                  </a:schemeClr>
                </a:solidFill>
                <a:latin typeface="TD Sans Body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A3646-9DE0-9F40-45DD-EF09BEC2A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>
                    <a:tint val="75000"/>
                  </a:schemeClr>
                </a:solidFill>
                <a:latin typeface="TD Sans Body" pitchFamily="2" charset="0"/>
              </a:defRPr>
            </a:lvl1pPr>
          </a:lstStyle>
          <a:p>
            <a:fld id="{7925FF8D-3D73-D244-B9CB-B866612AD4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17FA2-7FD1-94E5-6E39-9722E0D1102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43909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D Sans Headline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rgbClr val="2FBF00"/>
        </a:buClr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latin typeface="TD Sans Body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rgbClr val="2FBF00"/>
        </a:buClr>
        <a:buFont typeface="TD Graphik Semilight" panose="020B0503030202060203" pitchFamily="34" charset="0"/>
        <a:buChar char="–"/>
        <a:defRPr sz="1800" b="0" i="0" kern="1200">
          <a:solidFill>
            <a:schemeClr val="tx1"/>
          </a:solidFill>
          <a:latin typeface="TD Sans Body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rgbClr val="2FBF00"/>
        </a:buClr>
        <a:buFont typeface="TD Graphik Semilight" panose="020B0503030202060203" pitchFamily="34" charset="0"/>
        <a:buChar char="–"/>
        <a:defRPr sz="1800" b="0" i="0" kern="1200">
          <a:solidFill>
            <a:schemeClr val="tx1"/>
          </a:solidFill>
          <a:latin typeface="TD Sans Body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rgbClr val="2FBF00"/>
        </a:buClr>
        <a:buFont typeface="TD Graphik Semilight" panose="020B0503030202060203" pitchFamily="34" charset="0"/>
        <a:buChar char="–"/>
        <a:defRPr sz="1800" b="0" i="0" kern="1200">
          <a:solidFill>
            <a:schemeClr val="tx1"/>
          </a:solidFill>
          <a:latin typeface="TD Sans Bod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rgbClr val="2FBF00"/>
        </a:buClr>
        <a:buFont typeface="TD Graphik Semilight" panose="020B0503030202060203" pitchFamily="34" charset="0"/>
        <a:buChar char="–"/>
        <a:defRPr sz="1800" b="0" i="0" kern="1200">
          <a:solidFill>
            <a:schemeClr val="tx1"/>
          </a:solidFill>
          <a:latin typeface="TD Sans Body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>
          <p15:clr>
            <a:srgbClr val="F26B43"/>
          </p15:clr>
        </p15:guide>
        <p15:guide id="2" pos="3840">
          <p15:clr>
            <a:srgbClr val="F26B43"/>
          </p15:clr>
        </p15:guide>
        <p15:guide id="3" pos="7488">
          <p15:clr>
            <a:srgbClr val="F26B43"/>
          </p15:clr>
        </p15:guide>
        <p15:guide id="6" pos="192">
          <p15:clr>
            <a:srgbClr val="F26B43"/>
          </p15:clr>
        </p15:guide>
        <p15:guide id="7" orient="horz" pos="192">
          <p15:clr>
            <a:srgbClr val="F26B43"/>
          </p15:clr>
        </p15:guide>
        <p15:guide id="8" orient="horz" pos="720">
          <p15:clr>
            <a:srgbClr val="F26B43"/>
          </p15:clr>
        </p15:guide>
        <p15:guide id="9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14851-F131-8BDD-C34D-325DDD39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65FAC6-D84F-BA09-10E8-5B5AD8E9E359}"/>
              </a:ext>
            </a:extLst>
          </p:cNvPr>
          <p:cNvSpPr/>
          <p:nvPr/>
        </p:nvSpPr>
        <p:spPr>
          <a:xfrm>
            <a:off x="304800" y="1154975"/>
            <a:ext cx="11582400" cy="2593859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F272A2-0670-DE3F-0D42-001D09EA2211}"/>
              </a:ext>
            </a:extLst>
          </p:cNvPr>
          <p:cNvSpPr/>
          <p:nvPr/>
        </p:nvSpPr>
        <p:spPr>
          <a:xfrm>
            <a:off x="565468" y="1370997"/>
            <a:ext cx="5530531" cy="2161814"/>
          </a:xfrm>
          <a:prstGeom prst="rect">
            <a:avLst/>
          </a:prstGeom>
          <a:solidFill>
            <a:srgbClr val="42BF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E389BD5E-323C-6D28-D2BC-D57E32C7A7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454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D789DD-980A-A113-4B43-D6A578AEB9B9}"/>
              </a:ext>
            </a:extLst>
          </p:cNvPr>
          <p:cNvSpPr txBox="1"/>
          <p:nvPr/>
        </p:nvSpPr>
        <p:spPr>
          <a:xfrm>
            <a:off x="734786" y="2055582"/>
            <a:ext cx="4599214" cy="9900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Reimagine what</a:t>
            </a:r>
            <a:b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</a:b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banking can be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51E1A3-0CCB-5FFC-9209-7B986B6380FE}"/>
              </a:ext>
            </a:extLst>
          </p:cNvPr>
          <p:cNvSpPr txBox="1"/>
          <p:nvPr/>
        </p:nvSpPr>
        <p:spPr>
          <a:xfrm>
            <a:off x="734786" y="3133269"/>
            <a:ext cx="4991100" cy="248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for our clients, colleagues and communities.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C4361B-D1D8-94F7-CC71-C5A05CFB44AF}"/>
              </a:ext>
            </a:extLst>
          </p:cNvPr>
          <p:cNvSpPr txBox="1"/>
          <p:nvPr/>
        </p:nvSpPr>
        <p:spPr>
          <a:xfrm>
            <a:off x="317500" y="380089"/>
            <a:ext cx="4599214" cy="5970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The TD Way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A2D492-0A3F-4444-DCF5-7BDD4F2196D0}"/>
              </a:ext>
            </a:extLst>
          </p:cNvPr>
          <p:cNvSpPr txBox="1"/>
          <p:nvPr/>
        </p:nvSpPr>
        <p:spPr>
          <a:xfrm>
            <a:off x="6440261" y="2055582"/>
            <a:ext cx="4599214" cy="9900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Remarkably human.</a:t>
            </a:r>
            <a:b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</a:b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Refreshingly simple.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76DC63-49EA-4CFC-34F3-C3E075D9D08F}"/>
              </a:ext>
            </a:extLst>
          </p:cNvPr>
          <p:cNvSpPr txBox="1"/>
          <p:nvPr/>
        </p:nvSpPr>
        <p:spPr>
          <a:xfrm>
            <a:off x="663347" y="4351108"/>
            <a:ext cx="1941741" cy="4950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Build deep client relationships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1668C2-4A08-73CD-9C3D-E26829AA777D}"/>
              </a:ext>
            </a:extLst>
          </p:cNvPr>
          <p:cNvSpPr txBox="1"/>
          <p:nvPr/>
        </p:nvSpPr>
        <p:spPr>
          <a:xfrm>
            <a:off x="3258909" y="4351108"/>
            <a:ext cx="1099731" cy="4950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Execute</a:t>
            </a:r>
            <a:b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brilliantly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248F4C-FCA7-1384-BB5E-47468B2B49FC}"/>
              </a:ext>
            </a:extLst>
          </p:cNvPr>
          <p:cNvSpPr txBox="1"/>
          <p:nvPr/>
        </p:nvSpPr>
        <p:spPr>
          <a:xfrm>
            <a:off x="5323929" y="4351108"/>
            <a:ext cx="1655991" cy="4950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Simplify and  deliver faster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840A64-7B6D-A809-5EC7-1696B973461A}"/>
              </a:ext>
            </a:extLst>
          </p:cNvPr>
          <p:cNvSpPr txBox="1"/>
          <p:nvPr/>
        </p:nvSpPr>
        <p:spPr>
          <a:xfrm>
            <a:off x="7526109" y="4351108"/>
            <a:ext cx="2318931" cy="7412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Do the right thing  – own it, raise it, </a:t>
            </a:r>
            <a:b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know it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4142E6-4844-6184-9036-FB3C28594E80}"/>
              </a:ext>
            </a:extLst>
          </p:cNvPr>
          <p:cNvSpPr txBox="1"/>
          <p:nvPr/>
        </p:nvSpPr>
        <p:spPr>
          <a:xfrm>
            <a:off x="10378166" y="4351108"/>
            <a:ext cx="1522775" cy="4950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Win</a:t>
            </a:r>
            <a:b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together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02AEDE-3546-29BD-80BB-9804095EBC89}"/>
              </a:ext>
            </a:extLst>
          </p:cNvPr>
          <p:cNvSpPr txBox="1"/>
          <p:nvPr/>
        </p:nvSpPr>
        <p:spPr>
          <a:xfrm>
            <a:off x="663347" y="5885994"/>
            <a:ext cx="1941741" cy="4950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Take</a:t>
            </a:r>
            <a:b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accountability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9C7E71-389E-9FF4-8C61-EBCB8186D5F5}"/>
              </a:ext>
            </a:extLst>
          </p:cNvPr>
          <p:cNvSpPr txBox="1"/>
          <p:nvPr/>
        </p:nvSpPr>
        <p:spPr>
          <a:xfrm>
            <a:off x="3258909" y="5885994"/>
            <a:ext cx="1406983" cy="4950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Be</a:t>
            </a:r>
            <a:b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courageous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7812E6-B3E2-E070-C49E-866706710E5A}"/>
              </a:ext>
            </a:extLst>
          </p:cNvPr>
          <p:cNvSpPr txBox="1"/>
          <p:nvPr/>
        </p:nvSpPr>
        <p:spPr>
          <a:xfrm>
            <a:off x="5323929" y="5885994"/>
            <a:ext cx="1655991" cy="7412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Disciplined execution with speed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01B7AD-D293-858B-336E-A19B05C262E4}"/>
              </a:ext>
            </a:extLst>
          </p:cNvPr>
          <p:cNvSpPr txBox="1"/>
          <p:nvPr/>
        </p:nvSpPr>
        <p:spPr>
          <a:xfrm>
            <a:off x="7526109" y="5885994"/>
            <a:ext cx="2318931" cy="248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Live inclusion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C94854-6AF7-648A-5BAE-473F5E7394B7}"/>
              </a:ext>
            </a:extLst>
          </p:cNvPr>
          <p:cNvSpPr txBox="1"/>
          <p:nvPr/>
        </p:nvSpPr>
        <p:spPr>
          <a:xfrm>
            <a:off x="10378166" y="5885994"/>
            <a:ext cx="1522775" cy="7412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Hire and develop </a:t>
            </a:r>
            <a:b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D Sans Headline" pitchFamily="2" charset="0"/>
                <a:ea typeface="+mn-ea"/>
                <a:cs typeface="+mn-cs"/>
              </a:rPr>
              <a:t>the best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5C91FB9-8404-B139-9084-0C9F874F5001}"/>
              </a:ext>
            </a:extLst>
          </p:cNvPr>
          <p:cNvGrpSpPr/>
          <p:nvPr/>
        </p:nvGrpSpPr>
        <p:grpSpPr>
          <a:xfrm>
            <a:off x="304800" y="3951058"/>
            <a:ext cx="2265363" cy="199029"/>
            <a:chOff x="317500" y="3773258"/>
            <a:chExt cx="2265363" cy="199029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FA281B3-67F1-F67D-0F27-DF6405C4D0F2}"/>
                </a:ext>
              </a:extLst>
            </p:cNvPr>
            <p:cNvSpPr txBox="1"/>
            <p:nvPr/>
          </p:nvSpPr>
          <p:spPr>
            <a:xfrm>
              <a:off x="641122" y="3773258"/>
              <a:ext cx="1941741" cy="1990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TD Sans Body" pitchFamily="2" charset="0"/>
                  <a:ea typeface="+mn-ea"/>
                  <a:cs typeface="+mn-cs"/>
                </a:rPr>
                <a:t>Who we are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74E24DD-71B3-66A7-D85D-92A07A0BCF57}"/>
                </a:ext>
              </a:extLst>
            </p:cNvPr>
            <p:cNvSpPr/>
            <p:nvPr/>
          </p:nvSpPr>
          <p:spPr>
            <a:xfrm>
              <a:off x="317500" y="3775075"/>
              <a:ext cx="161925" cy="142875"/>
            </a:xfrm>
            <a:prstGeom prst="rect">
              <a:avLst/>
            </a:prstGeom>
            <a:solidFill>
              <a:srgbClr val="42BF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1A39969-C3ED-7D69-30B4-EA56C4A2BA3D}"/>
              </a:ext>
            </a:extLst>
          </p:cNvPr>
          <p:cNvGrpSpPr/>
          <p:nvPr/>
        </p:nvGrpSpPr>
        <p:grpSpPr>
          <a:xfrm>
            <a:off x="304800" y="5467438"/>
            <a:ext cx="2265363" cy="199029"/>
            <a:chOff x="317500" y="3773258"/>
            <a:chExt cx="2265363" cy="19902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385CDA0-C085-B1BC-D4B1-7DC6795ABD34}"/>
                </a:ext>
              </a:extLst>
            </p:cNvPr>
            <p:cNvSpPr txBox="1"/>
            <p:nvPr/>
          </p:nvSpPr>
          <p:spPr>
            <a:xfrm>
              <a:off x="641122" y="3773258"/>
              <a:ext cx="1941741" cy="1990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TD Sans Body" pitchFamily="2" charset="0"/>
                  <a:ea typeface="+mn-ea"/>
                  <a:cs typeface="+mn-cs"/>
                </a:rPr>
                <a:t>How we lead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FDFF21D-FAEC-3ADC-8B75-F4C69942CC21}"/>
                </a:ext>
              </a:extLst>
            </p:cNvPr>
            <p:cNvSpPr/>
            <p:nvPr/>
          </p:nvSpPr>
          <p:spPr>
            <a:xfrm>
              <a:off x="317500" y="3775075"/>
              <a:ext cx="161925" cy="142875"/>
            </a:xfrm>
            <a:prstGeom prst="rect">
              <a:avLst/>
            </a:prstGeom>
            <a:solidFill>
              <a:srgbClr val="42BF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8F43B1-9D69-8161-0EBB-C18E7B6EF2AD}"/>
              </a:ext>
            </a:extLst>
          </p:cNvPr>
          <p:cNvGrpSpPr/>
          <p:nvPr/>
        </p:nvGrpSpPr>
        <p:grpSpPr>
          <a:xfrm>
            <a:off x="759460" y="1586953"/>
            <a:ext cx="2265363" cy="199029"/>
            <a:chOff x="317500" y="3763733"/>
            <a:chExt cx="2265363" cy="199029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15BA2EF-A29D-09DB-4289-45948F4F28BC}"/>
                </a:ext>
              </a:extLst>
            </p:cNvPr>
            <p:cNvSpPr txBox="1"/>
            <p:nvPr/>
          </p:nvSpPr>
          <p:spPr>
            <a:xfrm>
              <a:off x="641122" y="3763733"/>
              <a:ext cx="1941741" cy="1990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TD Sans Body" pitchFamily="2" charset="0"/>
                  <a:ea typeface="+mn-ea"/>
                  <a:cs typeface="+mn-cs"/>
                </a:rPr>
                <a:t>Purpose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49D79F6-E406-281B-F6BF-4AC2DBA25A20}"/>
                </a:ext>
              </a:extLst>
            </p:cNvPr>
            <p:cNvSpPr/>
            <p:nvPr/>
          </p:nvSpPr>
          <p:spPr>
            <a:xfrm>
              <a:off x="317500" y="3775075"/>
              <a:ext cx="161925" cy="14287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8BD73CB-B9EA-C824-EBDE-833BA3C52162}"/>
              </a:ext>
            </a:extLst>
          </p:cNvPr>
          <p:cNvGrpSpPr/>
          <p:nvPr/>
        </p:nvGrpSpPr>
        <p:grpSpPr>
          <a:xfrm>
            <a:off x="6474460" y="1586953"/>
            <a:ext cx="2265363" cy="199029"/>
            <a:chOff x="317500" y="3763733"/>
            <a:chExt cx="2265363" cy="19902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3BCC411-0340-615B-E64C-252D2C1B17EB}"/>
                </a:ext>
              </a:extLst>
            </p:cNvPr>
            <p:cNvSpPr txBox="1"/>
            <p:nvPr/>
          </p:nvSpPr>
          <p:spPr>
            <a:xfrm>
              <a:off x="641122" y="3763733"/>
              <a:ext cx="1941741" cy="1990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D Sans Body" pitchFamily="2" charset="0"/>
                  <a:ea typeface="+mn-ea"/>
                  <a:cs typeface="+mn-cs"/>
                </a:rPr>
                <a:t>Promise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7E67EDC-00FD-0795-3A35-4708DD7B32DF}"/>
                </a:ext>
              </a:extLst>
            </p:cNvPr>
            <p:cNvSpPr/>
            <p:nvPr/>
          </p:nvSpPr>
          <p:spPr>
            <a:xfrm>
              <a:off x="317500" y="3775075"/>
              <a:ext cx="161925" cy="142875"/>
            </a:xfrm>
            <a:prstGeom prst="rect">
              <a:avLst/>
            </a:prstGeom>
            <a:solidFill>
              <a:srgbClr val="42BF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AD7CE24-3F6F-840D-A547-CBD7D2D73F4F}"/>
              </a:ext>
            </a:extLst>
          </p:cNvPr>
          <p:cNvCxnSpPr/>
          <p:nvPr/>
        </p:nvCxnSpPr>
        <p:spPr>
          <a:xfrm>
            <a:off x="317500" y="5244735"/>
            <a:ext cx="11583441" cy="0"/>
          </a:xfrm>
          <a:prstGeom prst="line">
            <a:avLst/>
          </a:prstGeom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506934"/>
      </p:ext>
    </p:extLst>
  </p:cSld>
  <p:clrMapOvr>
    <a:masterClrMapping/>
  </p:clrMapOvr>
</p:sld>
</file>

<file path=ppt/theme/theme1.xml><?xml version="1.0" encoding="utf-8"?>
<a:theme xmlns:a="http://schemas.openxmlformats.org/drawingml/2006/main" name="2_Content Slides">
  <a:themeElements>
    <a:clrScheme name="TD Brand">
      <a:dk1>
        <a:srgbClr val="000000"/>
      </a:dk1>
      <a:lt1>
        <a:srgbClr val="FFFFFF"/>
      </a:lt1>
      <a:dk2>
        <a:srgbClr val="3C4339"/>
      </a:dk2>
      <a:lt2>
        <a:srgbClr val="E4E9E2"/>
      </a:lt2>
      <a:accent1>
        <a:srgbClr val="42BF19"/>
      </a:accent1>
      <a:accent2>
        <a:srgbClr val="000000"/>
      </a:accent2>
      <a:accent3>
        <a:srgbClr val="FFFFFF"/>
      </a:accent3>
      <a:accent4>
        <a:srgbClr val="002B1A"/>
      </a:accent4>
      <a:accent5>
        <a:srgbClr val="25A106"/>
      </a:accent5>
      <a:accent6>
        <a:srgbClr val="FFFFFF"/>
      </a:accent6>
      <a:hlink>
        <a:srgbClr val="23A306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D Shield Green">
      <a:srgbClr val="42BF19"/>
    </a:custClr>
    <a:custClr name="TD Accessible Green">
      <a:srgbClr val="25A106"/>
    </a:custClr>
    <a:custClr name="Pollen">
      <a:srgbClr val="FEEF60"/>
    </a:custClr>
    <a:custClr name="Wildrose">
      <a:srgbClr val="EBC7ED"/>
    </a:custClr>
    <a:custClr name="Persimmon">
      <a:srgbClr val="E66523"/>
    </a:custClr>
    <a:custClr name="Thistle">
      <a:srgbClr val="C9B6CF"/>
    </a:custClr>
    <a:custClr name="Glacier">
      <a:srgbClr val="A4D6DD"/>
    </a:custClr>
    <a:custClr name="Gold">
      <a:srgbClr val="CFBD91"/>
    </a:custClr>
    <a:custClr name="blank">
      <a:srgbClr val="FFFFFF"/>
    </a:custClr>
    <a:custClr name="Greensand">
      <a:srgbClr val="E4E9E2"/>
    </a:custClr>
    <a:custClr name="Greenstone">
      <a:srgbClr val="3C4339"/>
    </a:custClr>
    <a:custClr name="Premium Green">
      <a:srgbClr val="002B1A"/>
    </a:custClr>
    <a:custClr name="Maple Honey">
      <a:srgbClr val="D99E14"/>
    </a:custClr>
    <a:custClr name="Fireweed">
      <a:srgbClr val="B24D87"/>
    </a:custClr>
    <a:custClr name="Cedar Char">
      <a:srgbClr val="861600"/>
    </a:custClr>
    <a:custClr name="Heather">
      <a:srgbClr val="855991"/>
    </a:custClr>
    <a:custClr name="Midnight">
      <a:srgbClr val="3B5B72"/>
    </a:custClr>
    <a:custClr name="Aged Gold">
      <a:srgbClr val="78704F"/>
    </a:custClr>
  </a:custClrLst>
  <a:extLst>
    <a:ext uri="{05A4C25C-085E-4340-85A3-A5531E510DB2}">
      <thm15:themeFamily xmlns:thm15="http://schemas.microsoft.com/office/thememl/2012/main" name="Core Brand PPT - Blank Template (EN).potx" id="{FC8AEC8F-F28B-4CB5-BBA7-49911128D8E8}" vid="{876FB7EF-38FF-42E5-B873-CC4EEA0A17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TD Graphik Semilight</vt:lpstr>
      <vt:lpstr>TD Sans Body</vt:lpstr>
      <vt:lpstr>TD Sans Headline</vt:lpstr>
      <vt:lpstr>Wingdings</vt:lpstr>
      <vt:lpstr>2_Content Slides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McDonald, Alison E</dc:creator>
  <cp:lastModifiedBy>McDonald, Alison E</cp:lastModifiedBy>
  <cp:revision>1</cp:revision>
  <dcterms:created xsi:type="dcterms:W3CDTF">2026-06-24T13:31:45Z</dcterms:created>
  <dcterms:modified xsi:type="dcterms:W3CDTF">2026-06-24T13:31:50Z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8c63503-0fb3-4712-a32e-7ecb4b7d79e8_Enabled">
    <vt:lpwstr>true</vt:lpwstr>
  </property>
  <property fmtid="{D5CDD505-2E9C-101B-9397-08002B2CF9AE}" pid="3" name="MSIP_Label_88c63503-0fb3-4712-a32e-7ecb4b7d79e8_SetDate">
    <vt:lpwstr>2026-06-24T13:31:50Z</vt:lpwstr>
  </property>
  <property fmtid="{D5CDD505-2E9C-101B-9397-08002B2CF9AE}" pid="4" name="MSIP_Label_88c63503-0fb3-4712-a32e-7ecb4b7d79e8_Method">
    <vt:lpwstr>Standard</vt:lpwstr>
  </property>
  <property fmtid="{D5CDD505-2E9C-101B-9397-08002B2CF9AE}" pid="5" name="MSIP_Label_88c63503-0fb3-4712-a32e-7ecb4b7d79e8_Name">
    <vt:lpwstr>88c63503-0fb3-4712-a32e-7ecb4b7d79e8</vt:lpwstr>
  </property>
  <property fmtid="{D5CDD505-2E9C-101B-9397-08002B2CF9AE}" pid="6" name="MSIP_Label_88c63503-0fb3-4712-a32e-7ecb4b7d79e8_SiteId">
    <vt:lpwstr>d9da684f-2c03-432a-a7b6-ed714ffc7683</vt:lpwstr>
  </property>
  <property fmtid="{D5CDD505-2E9C-101B-9397-08002B2CF9AE}" pid="7" name="MSIP_Label_88c63503-0fb3-4712-a32e-7ecb4b7d79e8_ActionId">
    <vt:lpwstr>555ad250-b60c-40a6-9992-0cb25ed8aa1a</vt:lpwstr>
  </property>
  <property fmtid="{D5CDD505-2E9C-101B-9397-08002B2CF9AE}" pid="8" name="MSIP_Label_88c63503-0fb3-4712-a32e-7ecb4b7d79e8_ContentBits">
    <vt:lpwstr>2</vt:lpwstr>
  </property>
  <property fmtid="{D5CDD505-2E9C-101B-9397-08002B2CF9AE}" pid="9" name="MSIP_Label_88c63503-0fb3-4712-a32e-7ecb4b7d79e8_Tag">
    <vt:lpwstr>10, 3, 0, 1</vt:lpwstr>
  </property>
  <property fmtid="{D5CDD505-2E9C-101B-9397-08002B2CF9AE}" pid="10" name="ClassificationContentMarkingFooterLocations">
    <vt:lpwstr>2_Content Slides:7</vt:lpwstr>
  </property>
  <property fmtid="{D5CDD505-2E9C-101B-9397-08002B2CF9AE}" pid="11" name="ClassificationContentMarkingFooterText">
    <vt:lpwstr>Internal</vt:lpwstr>
  </property>
</Properties>
</file>